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/zheng/新建文件夹/融合图txt/temp/weekly_progress_aug10/c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2026-08-10T06:07:53Z</dcterms:created>
  <dcterms:modified xsi:type="dcterms:W3CDTF">2026-08-10T06:07:53Z</dcterms:modified>
</cp:coreProperties>
</file>